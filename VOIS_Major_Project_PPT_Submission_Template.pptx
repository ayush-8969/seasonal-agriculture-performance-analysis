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51" d="100"/>
          <a:sy n="51" d="100"/>
        </p:scale>
        <p:origin x="816" y="4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[write detail description about your project ]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Ayush Prakash</cp:lastModifiedBy>
  <cp:revision>98</cp:revision>
  <dcterms:created xsi:type="dcterms:W3CDTF">2021-07-11T13:13:15Z</dcterms:created>
  <dcterms:modified xsi:type="dcterms:W3CDTF">2026-09-08T11:11:31Z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